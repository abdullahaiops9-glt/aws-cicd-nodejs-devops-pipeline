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1. Project Folder Stru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337945"/>
            <a:ext cx="5791200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2. Code ____ index.js,package.json, .gitignore, buildspec.yml 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095" y="642620"/>
            <a:ext cx="7115175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de bui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4985"/>
            <a:ext cx="12192000" cy="5828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de deplo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9450"/>
            <a:ext cx="12192000" cy="549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de-build-his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55015"/>
            <a:ext cx="12192000" cy="5347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ode-pip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4640"/>
            <a:ext cx="12192000" cy="6268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nginx-js-app-cloudwatch-lo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495"/>
            <a:ext cx="12192000" cy="554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nginx-js-app-S3-artifac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0105"/>
            <a:ext cx="12192000" cy="5177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Nginx-js-app-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" y="775970"/>
            <a:ext cx="10887075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nodejs app codebuild-lo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91210"/>
            <a:ext cx="12192000" cy="5274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tart code build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710"/>
            <a:ext cx="12192000" cy="5148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Template &amp; E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005"/>
            <a:ext cx="12192000" cy="6015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Abdullah</cp:lastModifiedBy>
  <cp:revision>3</cp:revision>
  <dcterms:created xsi:type="dcterms:W3CDTF">2025-07-23T00:59:00Z</dcterms:created>
  <dcterms:modified xsi:type="dcterms:W3CDTF">2026-02-01T09:44:55Z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2DB29F3586E24A49826F3D7EE3210B4E_13</vt:lpwstr>
  </property>
  <property fmtid="{D5CDD505-2E9C-101B-9397-08002B2CF9AE}" pid="3" name="KSOProductBuildVer">
    <vt:lpwstr>1033-12.2.0.23196</vt:lpwstr>
  </property>
</Properties>
</file>